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925"/>
                </a:solidFill>
              </a:defRPr>
            </a:pPr>
            <a:r>
              <a:t>Task Manager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2615B"/>
                </a:solidFill>
              </a:defRPr>
            </a:pPr>
            <a:r>
              <a:t>Flutter CRUD Application Using Back4App BaaS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56032"/>
          <a:lstStyle/>
          <a:p>
            <a:pPr algn="ctr">
              <a:defRPr sz="2800" b="1">
                <a:solidFill>
                  <a:srgbClr val="1F2925"/>
                </a:solidFill>
              </a:defRPr>
            </a:pPr>
            <a:r>
              <a:t>Student task management with authentication, cloud storage, dynamic syncing, and secure logout.</a:t>
            </a:r>
          </a:p>
          <a:p>
            <a:pPr>
              <a:defRPr sz="1800">
                <a:solidFill>
                  <a:srgbClr val="52615B"/>
                </a:solidFill>
              </a:defRPr>
            </a:pPr>
            <a:r>
              <a:t>Frontend: Flutter | Backend: Back4App Parse Server | Database: Back4App Cloud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925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A cross-platform Flutter app for managing personal student tasks.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Back4App provides authentication, database storage, and Parse APIs.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Users can register, log in, create tasks, edit details, mark completion, delete tasks, and log out.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Each task belongs to the logged-in user and is protected with object-level ACL.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925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3832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800">
                <a:solidFill>
                  <a:srgbClr val="2E7D6A"/>
                </a:solidFill>
              </a:defRPr>
            </a:pPr>
            <a:r>
              <a:t>Flutter</a:t>
            </a:r>
          </a:p>
          <a:p>
            <a:pPr>
              <a:defRPr sz="1400">
                <a:solidFill>
                  <a:srgbClr val="1F2925"/>
                </a:solidFill>
              </a:defRPr>
            </a:pPr>
            <a:r>
              <a:t>Material 3 interface for web, Android, and desktop targets.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1554480"/>
            <a:ext cx="33832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800">
                <a:solidFill>
                  <a:srgbClr val="2E7D6A"/>
                </a:solidFill>
              </a:defRPr>
            </a:pPr>
            <a:r>
              <a:t>Back4App</a:t>
            </a:r>
          </a:p>
          <a:p>
            <a:pPr>
              <a:defRPr sz="1400">
                <a:solidFill>
                  <a:srgbClr val="1F2925"/>
                </a:solidFill>
              </a:defRPr>
            </a:pPr>
            <a:r>
              <a:t>Parse Server BaaS for users, sessions, cloud classes, and Live Query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554480"/>
            <a:ext cx="33832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800">
                <a:solidFill>
                  <a:srgbClr val="2E7D6A"/>
                </a:solidFill>
              </a:defRPr>
            </a:pPr>
            <a:r>
              <a:t>GitHub</a:t>
            </a:r>
          </a:p>
          <a:p>
            <a:pPr>
              <a:defRPr sz="1400">
                <a:solidFill>
                  <a:srgbClr val="1F2925"/>
                </a:solidFill>
              </a:defRPr>
            </a:pPr>
            <a:r>
              <a:t>Repository stores source code, README, tests, and presentation 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886200"/>
            <a:ext cx="33832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800">
                <a:solidFill>
                  <a:srgbClr val="2E7D6A"/>
                </a:solidFill>
              </a:defRPr>
            </a:pPr>
            <a:r>
              <a:t>Parse SDK</a:t>
            </a:r>
          </a:p>
          <a:p>
            <a:pPr>
              <a:defRPr sz="1400">
                <a:solidFill>
                  <a:srgbClr val="1F2925"/>
                </a:solidFill>
              </a:defRPr>
            </a:pPr>
            <a:r>
              <a:t>Flutter package: parse_server_sdk_flutter.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886200"/>
            <a:ext cx="33832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800">
                <a:solidFill>
                  <a:srgbClr val="2E7D6A"/>
                </a:solidFill>
              </a:defRPr>
            </a:pPr>
            <a:r>
              <a:t>Testing</a:t>
            </a:r>
          </a:p>
          <a:p>
            <a:pPr>
              <a:defRPr sz="1400">
                <a:solidFill>
                  <a:srgbClr val="1F2925"/>
                </a:solidFill>
              </a:defRPr>
            </a:pPr>
            <a:r>
              <a:t>Flutter analyze, widget test, and web build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925"/>
                </a:solidFill>
              </a:defRPr>
            </a:pPr>
            <a:r>
              <a:t>Application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25"/>
                </a:solidFill>
              </a:defRPr>
            </a:pPr>
            <a:r>
              <a:t>1. User opens app and sees the Login/Register screen.</a:t>
            </a:r>
          </a:p>
          <a:p>
            <a:pPr>
              <a:spcAft>
                <a:spcPts val="1000"/>
              </a:spcAft>
              <a:defRPr sz="1800">
                <a:solidFill>
                  <a:srgbClr val="1F2925"/>
                </a:solidFill>
              </a:defRPr>
            </a:pPr>
            <a:r>
              <a:t>2. Student email and password are sent to Back4App Parse User authentication.</a:t>
            </a:r>
          </a:p>
          <a:p>
            <a:pPr>
              <a:spcAft>
                <a:spcPts val="1000"/>
              </a:spcAft>
              <a:defRPr sz="1800">
                <a:solidFill>
                  <a:srgbClr val="1F2925"/>
                </a:solidFill>
              </a:defRPr>
            </a:pPr>
            <a:r>
              <a:t>3. Authenticated user reaches the Task dashboard.</a:t>
            </a:r>
          </a:p>
          <a:p>
            <a:pPr>
              <a:spcAft>
                <a:spcPts val="1000"/>
              </a:spcAft>
              <a:defRPr sz="1800">
                <a:solidFill>
                  <a:srgbClr val="1F2925"/>
                </a:solidFill>
              </a:defRPr>
            </a:pPr>
            <a:r>
              <a:t>4. CRUD actions update the Back4App Task class.</a:t>
            </a:r>
          </a:p>
          <a:p>
            <a:pPr>
              <a:spcAft>
                <a:spcPts val="1000"/>
              </a:spcAft>
              <a:defRPr sz="1800">
                <a:solidFill>
                  <a:srgbClr val="1F2925"/>
                </a:solidFill>
              </a:defRPr>
            </a:pPr>
            <a:r>
              <a:t>5. App syncs task data through refresh, auto-refresh, and optional Live Query.</a:t>
            </a:r>
          </a:p>
          <a:p>
            <a:pPr>
              <a:spcAft>
                <a:spcPts val="1000"/>
              </a:spcAft>
              <a:defRPr sz="1800">
                <a:solidFill>
                  <a:srgbClr val="1F2925"/>
                </a:solidFill>
              </a:defRPr>
            </a:pPr>
            <a:r>
              <a:t>6. Logout clears the authenticated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925"/>
                </a:solidFill>
              </a:defRPr>
            </a:pPr>
            <a:r>
              <a:t>Task 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33832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800">
                <a:solidFill>
                  <a:srgbClr val="2E7D6A"/>
                </a:solidFill>
              </a:defRPr>
            </a:pPr>
            <a:r>
              <a:t>title</a:t>
            </a:r>
          </a:p>
          <a:p>
            <a:pPr>
              <a:defRPr sz="1400">
                <a:solidFill>
                  <a:srgbClr val="1F2925"/>
                </a:solidFill>
              </a:defRPr>
            </a:pPr>
            <a:r>
              <a:t>String field for the task name.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554480"/>
            <a:ext cx="33832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800">
                <a:solidFill>
                  <a:srgbClr val="2E7D6A"/>
                </a:solidFill>
              </a:defRPr>
            </a:pPr>
            <a:r>
              <a:t>description</a:t>
            </a:r>
          </a:p>
          <a:p>
            <a:pPr>
              <a:defRPr sz="1400">
                <a:solidFill>
                  <a:srgbClr val="1F2925"/>
                </a:solidFill>
              </a:defRPr>
            </a:pPr>
            <a:r>
              <a:t>String field for task details.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554480"/>
            <a:ext cx="33832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800">
                <a:solidFill>
                  <a:srgbClr val="2E7D6A"/>
                </a:solidFill>
              </a:defRPr>
            </a:pPr>
            <a:r>
              <a:t>isDone</a:t>
            </a:r>
          </a:p>
          <a:p>
            <a:pPr>
              <a:defRPr sz="1400">
                <a:solidFill>
                  <a:srgbClr val="1F2925"/>
                </a:solidFill>
              </a:defRPr>
            </a:pPr>
            <a:r>
              <a:t>Boolean completion status.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337560"/>
            <a:ext cx="33832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800">
                <a:solidFill>
                  <a:srgbClr val="2E7D6A"/>
                </a:solidFill>
              </a:defRPr>
            </a:pPr>
            <a:r>
              <a:t>owner</a:t>
            </a:r>
          </a:p>
          <a:p>
            <a:pPr>
              <a:defRPr sz="1400">
                <a:solidFill>
                  <a:srgbClr val="1F2925"/>
                </a:solidFill>
              </a:defRPr>
            </a:pPr>
            <a:r>
              <a:t>Pointer to the logged-in _User.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337560"/>
            <a:ext cx="33832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800">
                <a:solidFill>
                  <a:srgbClr val="2E7D6A"/>
                </a:solidFill>
              </a:defRPr>
            </a:pPr>
            <a:r>
              <a:t>ACL</a:t>
            </a:r>
          </a:p>
          <a:p>
            <a:pPr>
              <a:defRPr sz="1400">
                <a:solidFill>
                  <a:srgbClr val="1F2925"/>
                </a:solidFill>
              </a:defRPr>
            </a:pPr>
            <a:r>
              <a:t>Owner read/write access for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925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Student email registration and login.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Create tasks with title and description.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Read tasks from Back4App cloud database.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Update task details and completion state.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Delete tasks from cloud storage.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Logout invalidates the active session.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Responsive UI with clear task statistics.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925"/>
                </a:solidFill>
              </a:defRPr>
            </a:pPr>
            <a: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flutter analyze: no issues found.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flutter test: widget test passed.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flutter build web: successful production web build.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Back4App app credentials are configured in Dart constants with dart-define override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925"/>
                </a:solidFill>
              </a:defRPr>
            </a:pPr>
            <a:r>
              <a:t>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How Backend-as-a-Service reduces backend setup work.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How Parse User sessions support secure authentication.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How cloud classes and object fields model app data.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How Flutter widgets, forms, validation, and async operations work together.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How GitHub, tests, README, demo video, and PPT complete a project submission.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925"/>
                </a:solidFill>
              </a:defRPr>
            </a:pPr>
            <a:r>
              <a:t>Demo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Register using a student email ID.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Create a new task.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Edit task title or description.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Mark the task as completed.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Delete the task.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Logout securely.</a:t>
            </a:r>
          </a:p>
          <a:p>
            <a:pPr>
              <a:spcAft>
                <a:spcPts val="1000"/>
              </a:spcAft>
              <a:defRPr sz="2000">
                <a:solidFill>
                  <a:srgbClr val="1F2925"/>
                </a:solidFill>
              </a:defRPr>
            </a:pPr>
            <a:r>
              <a:t>Submit YouTube video link, GitHub repository, and this PPT on Taxila.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