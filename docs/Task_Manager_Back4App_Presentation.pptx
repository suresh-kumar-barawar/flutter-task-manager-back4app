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D3n4-ZOQLmiME-2UeJCqrvRfLPcMmqd8/view?usp=sharing" TargetMode="External"/><Relationship Id="rId2" Type="http://schemas.openxmlformats.org/officeDocument/2006/relationships/hyperlink" Target="https://github.com/Suresh-kumar-barawar/flutter-task-manager-back4app.git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Task Manager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0515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2615B"/>
                </a:solidFill>
              </a:defRPr>
            </a:pPr>
            <a:r>
              <a:t>Flutter CRUD Application Using Back4App BaaS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576873"/>
            <a:ext cx="106984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56032" rtlCol="0" anchor="ctr"/>
          <a:lstStyle/>
          <a:p>
            <a:pPr algn="ctr">
              <a:defRPr sz="2800" b="1">
                <a:solidFill>
                  <a:srgbClr val="1F2925"/>
                </a:solidFill>
              </a:defRPr>
            </a:pPr>
            <a:r>
              <a:rPr dirty="0"/>
              <a:t>Student task management with authentication, cloud storage, dynamic syncing, and secure logout.</a:t>
            </a:r>
          </a:p>
          <a:p>
            <a:pPr>
              <a:defRPr sz="1800">
                <a:solidFill>
                  <a:srgbClr val="52615B"/>
                </a:solidFill>
              </a:defRPr>
            </a:pPr>
            <a:r>
              <a:rPr dirty="0"/>
              <a:t>Frontend: Flutter | Backend: </a:t>
            </a:r>
            <a:r>
              <a:rPr dirty="0" err="1"/>
              <a:t>Back4App</a:t>
            </a:r>
            <a:r>
              <a:rPr dirty="0"/>
              <a:t> Parse Server | Database: </a:t>
            </a:r>
            <a:r>
              <a:rPr dirty="0" err="1"/>
              <a:t>Back4App</a:t>
            </a:r>
            <a:r>
              <a:rPr dirty="0"/>
              <a:t> Cloud Database</a:t>
            </a:r>
            <a:endParaRPr lang="en-US" dirty="0"/>
          </a:p>
          <a:p>
            <a:pPr>
              <a:defRPr sz="1800">
                <a:solidFill>
                  <a:srgbClr val="52615B"/>
                </a:solidFill>
              </a:defRPr>
            </a:pPr>
            <a:endParaRPr lang="en-US" dirty="0"/>
          </a:p>
          <a:p>
            <a:pPr>
              <a:defRPr sz="1800">
                <a:solidFill>
                  <a:srgbClr val="52615B"/>
                </a:solidFill>
              </a:defRPr>
            </a:pPr>
            <a:r>
              <a:rPr lang="en-US" b="1" dirty="0" err="1"/>
              <a:t>Github</a:t>
            </a:r>
            <a:r>
              <a:rPr lang="en-US" b="1" dirty="0"/>
              <a:t> </a:t>
            </a:r>
            <a:r>
              <a:rPr lang="en-US" b="1" dirty="0" err="1"/>
              <a:t>Url</a:t>
            </a:r>
            <a:r>
              <a:rPr lang="en-US" b="1" dirty="0"/>
              <a:t>: </a:t>
            </a:r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github.com</a:t>
            </a:r>
            <a:r>
              <a:rPr lang="en-US" dirty="0">
                <a:hlinkClick r:id="rId2"/>
              </a:rPr>
              <a:t>/Suresh-</a:t>
            </a:r>
            <a:r>
              <a:rPr lang="en-US" dirty="0" err="1">
                <a:hlinkClick r:id="rId2"/>
              </a:rPr>
              <a:t>kumar</a:t>
            </a:r>
            <a:r>
              <a:rPr lang="en-US" dirty="0">
                <a:hlinkClick r:id="rId2"/>
              </a:rPr>
              <a:t>-</a:t>
            </a:r>
            <a:r>
              <a:rPr lang="en-US" dirty="0" err="1">
                <a:hlinkClick r:id="rId2"/>
              </a:rPr>
              <a:t>barawar</a:t>
            </a:r>
            <a:r>
              <a:rPr lang="en-US" dirty="0">
                <a:hlinkClick r:id="rId2"/>
              </a:rPr>
              <a:t>/flutter-task-manager-</a:t>
            </a:r>
            <a:r>
              <a:rPr lang="en-US" dirty="0" err="1">
                <a:hlinkClick r:id="rId2"/>
              </a:rPr>
              <a:t>back4app.git</a:t>
            </a:r>
            <a:endParaRPr lang="en-US" dirty="0"/>
          </a:p>
          <a:p>
            <a:pPr>
              <a:defRPr sz="1800">
                <a:solidFill>
                  <a:srgbClr val="52615B"/>
                </a:solidFill>
              </a:defRPr>
            </a:pPr>
            <a:r>
              <a:rPr lang="en-US" dirty="0"/>
              <a:t>Video link: </a:t>
            </a:r>
            <a:r>
              <a:rPr lang="en-US" dirty="0">
                <a:hlinkClick r:id="rId3"/>
              </a:rPr>
              <a:t>https://</a:t>
            </a:r>
            <a:r>
              <a:rPr lang="en-US" dirty="0" err="1">
                <a:hlinkClick r:id="rId3"/>
              </a:rPr>
              <a:t>drive.google.com</a:t>
            </a:r>
            <a:r>
              <a:rPr lang="en-US" dirty="0">
                <a:hlinkClick r:id="rId3"/>
              </a:rPr>
              <a:t>/file/d/</a:t>
            </a:r>
            <a:r>
              <a:rPr lang="en-US" dirty="0" err="1">
                <a:hlinkClick r:id="rId3"/>
              </a:rPr>
              <a:t>1D3n4-ZOQLmiME-2UeJCqrvRfLPcMmqd8</a:t>
            </a:r>
            <a:r>
              <a:rPr lang="en-US" dirty="0">
                <a:hlinkClick r:id="rId3"/>
              </a:rPr>
              <a:t>/</a:t>
            </a:r>
            <a:r>
              <a:rPr lang="en-US" dirty="0" err="1">
                <a:hlinkClick r:id="rId3"/>
              </a:rPr>
              <a:t>view?usp</a:t>
            </a:r>
            <a:r>
              <a:rPr lang="en-US" dirty="0">
                <a:hlinkClick r:id="rId3"/>
              </a:rPr>
              <a:t>=sharing</a:t>
            </a:r>
            <a:endParaRPr lang="en-US" dirty="0"/>
          </a:p>
          <a:p>
            <a:pPr>
              <a:defRPr sz="1800">
                <a:solidFill>
                  <a:srgbClr val="52615B"/>
                </a:solidFill>
              </a:defRPr>
            </a:pP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A23A58-D3A0-F7C2-C62C-F2ACACDA30AC}"/>
              </a:ext>
            </a:extLst>
          </p:cNvPr>
          <p:cNvSpPr/>
          <p:nvPr/>
        </p:nvSpPr>
        <p:spPr>
          <a:xfrm>
            <a:off x="731520" y="5206481"/>
            <a:ext cx="4876178" cy="1240037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56032" rtlCol="0" anchor="ctr"/>
          <a:lstStyle/>
          <a:p>
            <a:pPr>
              <a:defRPr sz="2800" b="1">
                <a:solidFill>
                  <a:srgbClr val="1F2925"/>
                </a:solidFill>
              </a:defRPr>
            </a:pPr>
            <a:r>
              <a:rPr lang="en-US" sz="2400" dirty="0"/>
              <a:t>Student Name: Suresh Kumar</a:t>
            </a:r>
          </a:p>
          <a:p>
            <a:pPr>
              <a:defRPr sz="2800" b="1">
                <a:solidFill>
                  <a:srgbClr val="1F2925"/>
                </a:solidFill>
              </a:defRPr>
            </a:pPr>
            <a:r>
              <a:rPr lang="en-US" sz="2400" dirty="0"/>
              <a:t>Bits Id: </a:t>
            </a:r>
            <a:r>
              <a:rPr lang="en-US" sz="2400" dirty="0" err="1"/>
              <a:t>2024TM93685</a:t>
            </a:r>
            <a:endParaRPr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13A4C6-B35B-2298-7236-42C4F0E39CCB}"/>
              </a:ext>
            </a:extLst>
          </p:cNvPr>
          <p:cNvSpPr/>
          <p:nvPr/>
        </p:nvSpPr>
        <p:spPr>
          <a:xfrm>
            <a:off x="6466114" y="5206481"/>
            <a:ext cx="4994366" cy="1240037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56032" rtlCol="0" anchor="ctr"/>
          <a:lstStyle/>
          <a:p>
            <a:pPr>
              <a:defRPr sz="2800" b="1">
                <a:solidFill>
                  <a:srgbClr val="1F2925"/>
                </a:solidFill>
              </a:defRPr>
            </a:pPr>
            <a:r>
              <a:rPr lang="en-US" sz="2400" dirty="0"/>
              <a:t>Course Name: Cross Platform Application Development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A cross-platform Flutter app for managing personal student tasks.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Back4App provides authentication, database storage, and Parse APIs.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Users can register, log in, create tasks, edit details, mark completion, delete tasks, and log out.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Each task belongs to the logged-in user and is protected with object-level ACL.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Flutter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Material 3 interface for web, Android, and desktop targets.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34840" y="15544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Back4App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Parse Server BaaS for users, sessions, cloud classes, and Live Query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5544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GitHub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Repository stores source code, README, tests, and presentation files.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3886200"/>
            <a:ext cx="338328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Parse SDK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Flutter package: parse_server_sdk_flutter.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886200"/>
            <a:ext cx="338328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Testing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Flutter analyze, widget test, and web build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Application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1. User opens app and sees the Login/Register screen.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2. Student email and password are sent to Back4App Parse User authentication.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3. Authenticated user reaches the Task dashboard.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4. CRUD actions update the Back4App Task class.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5. App syncs task data through refresh, auto-refresh, and optional Live Query.</a:t>
            </a:r>
          </a:p>
          <a:p>
            <a:pPr>
              <a:spcAft>
                <a:spcPts val="1000"/>
              </a:spcAft>
              <a:defRPr sz="1800">
                <a:solidFill>
                  <a:srgbClr val="1F2925"/>
                </a:solidFill>
              </a:defRPr>
            </a:pPr>
            <a:r>
              <a:t>6. Logout clears the authenticated session.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072A08-46E4-9D73-D1A1-CB3334D09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E21A45-0240-6C0B-5870-99171D153258}"/>
              </a:ext>
            </a:extLst>
          </p:cNvPr>
          <p:cNvSpPr txBox="1"/>
          <p:nvPr/>
        </p:nvSpPr>
        <p:spPr>
          <a:xfrm>
            <a:off x="594360" y="103703"/>
            <a:ext cx="4864345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Login/Register Dashboard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A1FF25-AB46-6DAA-ACCC-77A4F66CF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719255"/>
            <a:ext cx="4736377" cy="2401966"/>
          </a:xfrm>
          <a:prstGeom prst="rect">
            <a:avLst/>
          </a:prstGeom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593FD0-E1E2-8C5D-BB6E-A1551F4E1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56" y="3582122"/>
            <a:ext cx="6111001" cy="3122830"/>
          </a:xfrm>
          <a:prstGeom prst="rect">
            <a:avLst/>
          </a:prstGeom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EE1205A-A91E-A1DD-4AF5-FF13BC9712FD}"/>
              </a:ext>
            </a:extLst>
          </p:cNvPr>
          <p:cNvSpPr txBox="1"/>
          <p:nvPr/>
        </p:nvSpPr>
        <p:spPr>
          <a:xfrm>
            <a:off x="583674" y="3043895"/>
            <a:ext cx="185236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Task Lists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BB4471-65E5-23D2-7B65-EF8358E7AABF}"/>
              </a:ext>
            </a:extLst>
          </p:cNvPr>
          <p:cNvSpPr txBox="1"/>
          <p:nvPr/>
        </p:nvSpPr>
        <p:spPr>
          <a:xfrm>
            <a:off x="6563070" y="690289"/>
            <a:ext cx="179792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Add Task</a:t>
            </a:r>
            <a:endParaRPr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DF1EB99-87D7-1951-868B-144351B1F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0998" y="114099"/>
            <a:ext cx="3086531" cy="335326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A8C7646-0EAD-7D14-C33A-D9EE5969B26E}"/>
              </a:ext>
            </a:extLst>
          </p:cNvPr>
          <p:cNvSpPr txBox="1"/>
          <p:nvPr/>
        </p:nvSpPr>
        <p:spPr>
          <a:xfrm>
            <a:off x="6988850" y="3305444"/>
            <a:ext cx="202715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rPr lang="en-US" dirty="0"/>
              <a:t>Done Task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AEA7F49-8A61-9327-9A9F-9975C62F92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0866" y="3876700"/>
            <a:ext cx="3346774" cy="2744709"/>
          </a:xfrm>
          <a:prstGeom prst="rect">
            <a:avLst/>
          </a:prstGeom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brightRoom" dir="t">
              <a:rot lat="0" lon="0" rev="600000"/>
            </a:lightRig>
          </a:scene3d>
          <a:sp3d prstMaterial="metal">
            <a:bevelT w="38100" h="57150" prst="angle"/>
          </a:sp3d>
        </p:spPr>
      </p:pic>
    </p:spTree>
    <p:extLst>
      <p:ext uri="{BB962C8B-B14F-4D97-AF65-F5344CB8AC3E}">
        <p14:creationId xmlns:p14="http://schemas.microsoft.com/office/powerpoint/2010/main" val="2866483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Task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55448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title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String field for the task name.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55448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description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String field for task details.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55448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isDone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Boolean completion status.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333756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owner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Pointer to the logged-in _User.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337560"/>
            <a:ext cx="33832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E0E4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rtlCol="0" anchor="ctr"/>
          <a:lstStyle/>
          <a:p>
            <a:pPr algn="ctr">
              <a:defRPr sz="1800" b="1">
                <a:solidFill>
                  <a:srgbClr val="2E7D6A"/>
                </a:solidFill>
              </a:defRPr>
            </a:pPr>
            <a:r>
              <a:t>ACL</a:t>
            </a:r>
          </a:p>
          <a:p>
            <a:pPr>
              <a:defRPr sz="1400">
                <a:solidFill>
                  <a:srgbClr val="1F2925"/>
                </a:solidFill>
              </a:defRPr>
            </a:pPr>
            <a:r>
              <a:t>Owner read/write access for security.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Student email registration and login.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Create tasks with title and description.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Read tasks from Back4App cloud database.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Update task details and completion state.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Delete tasks from cloud storage.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Logout invalidates the active session.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Responsive UI with clear task statistics.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flutter analyze: no issues found.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flutter test: widget test passed.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flutter build web: successful production web build.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Back4App app credentials are configured in Dart constants with dart-define override support.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Backend-as-a-Service reduces backend setup work.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Parse User sessions support secure authentication.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cloud classes and object fields model app data.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Flutter widgets, forms, validation, and async operations work together.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How GitHub, tests, README, demo video, and PPT complete a project submission.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2925"/>
                </a:solidFill>
              </a:defRPr>
            </a:pPr>
            <a:r>
              <a:t>Demo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Register using a student email ID.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Create a new task.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Edit task title or description.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Mark the task as completed.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Delete the task.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Logout securely.</a:t>
            </a:r>
          </a:p>
          <a:p>
            <a:pPr>
              <a:spcAft>
                <a:spcPts val="1000"/>
              </a:spcAft>
              <a:defRPr sz="2000">
                <a:solidFill>
                  <a:srgbClr val="1F2925"/>
                </a:solidFill>
              </a:defRPr>
            </a:pPr>
            <a:r>
              <a:t>Submit YouTube video link, GitHub repository, and this PPT on Taxila.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534</Words>
  <Application>Microsoft Office PowerPoint</Application>
  <PresentationFormat>Widescreen</PresentationFormat>
  <Paragraphs>75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SURESH KUMAR .</cp:lastModifiedBy>
  <cp:revision>3</cp:revision>
  <dcterms:created xsi:type="dcterms:W3CDTF">2013-01-27T09:14:16Z</dcterms:created>
  <dcterms:modified xsi:type="dcterms:W3CDTF">2026-04-29T17:49:24Z</dcterms:modified>
  <cp:category/>
</cp:coreProperties>
</file>